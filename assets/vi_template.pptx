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4"/>
  </p:sldMasterIdLst>
  <p:sldIdLst>
    <p:sldId id="262" r:id="rId5"/>
    <p:sldId id="256" r:id="rId6"/>
    <p:sldId id="257" r:id="rId7"/>
    <p:sldId id="258" r:id="rId8"/>
    <p:sldId id="259" r:id="rId9"/>
    <p:sldId id="260" r:id="rId10"/>
    <p:sldId id="261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6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7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6B10602-51AD-4B7A-B97D-577B598D1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 descr="A colorful lines on a purple background&#10;&#10;AI-generated content may be incorrect.">
            <a:extLst>
              <a:ext uri="{FF2B5EF4-FFF2-40B4-BE49-F238E27FC236}">
                <a16:creationId xmlns:a16="http://schemas.microsoft.com/office/drawing/2014/main" id="{C1D84F5A-28BC-4596-A392-96FCE156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A887A5F-5BDB-49A8-AB82-43897D0C5BD8}"/>
              </a:ext>
            </a:extLst>
          </p:cNvPr>
          <p:cNvSpPr txBox="1"/>
          <p:nvPr/>
        </p:nvSpPr>
        <p:spPr>
          <a:xfrm>
            <a:off x="511772" y="1667435"/>
            <a:ext cx="54259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000" dirty="0">
              <a:solidFill>
                <a:schemeClr val="bg1"/>
              </a:solidFill>
              <a:latin typeface="Vi Heavy" panose="00000A00000000000000" pitchFamily="50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5EC61DD4-EC50-4F23-8BB6-B3754947C7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1772" y="1372135"/>
            <a:ext cx="6419290" cy="2550476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IN" dirty="0"/>
              <a:t>presentation title goes here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4B135F0F-355C-4AE1-B19F-8B70C3B030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772" y="4153218"/>
            <a:ext cx="5927725" cy="133251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your text here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35E94-9273-4316-B1D5-4C9A488E94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265407"/>
            <a:ext cx="1896020" cy="8413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B61751-9330-46BC-95A3-CECCAC0EBD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222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6B10602-51AD-4B7A-B97D-577B598D1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635A833-6D08-4A36-9D3B-0C1A151496A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207" r="50000" b="12407"/>
          <a:stretch/>
        </p:blipFill>
        <p:spPr>
          <a:xfrm flipH="1">
            <a:off x="6392421" y="0"/>
            <a:ext cx="5799579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A1ACD808-FABB-4277-BAA1-89C2F1D7DA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889" y="16422"/>
            <a:ext cx="1725702" cy="1725702"/>
          </a:xfrm>
          <a:prstGeom prst="rect">
            <a:avLst/>
          </a:prstGeom>
        </p:spPr>
      </p:pic>
      <p:sp>
        <p:nvSpPr>
          <p:cNvPr id="5" name="flSlideMaster.1_Title Slide 01Footer" descr="C2 – Vodafone Idea Internal"/>
          <p:cNvSpPr txBox="1"/>
          <p:nvPr/>
        </p:nvSpPr>
        <p:spPr>
          <a:xfrm>
            <a:off x="0" y="6515100"/>
            <a:ext cx="12192000" cy="246221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l"/>
            <a:r>
              <a:rPr lang="en-US" sz="1000" b="0" i="0" u="none" baseline="0">
                <a:solidFill>
                  <a:srgbClr val="666666"/>
                </a:solidFill>
                <a:latin typeface="vodafone rg" panose="020B0606080202020204"/>
              </a:rPr>
              <a:t>C2 – Vodafone Idea Internal</a:t>
            </a:r>
          </a:p>
        </p:txBody>
      </p:sp>
      <p:pic>
        <p:nvPicPr>
          <p:cNvPr id="10" name="Picture 9" descr="A colorful lines on a dark background&#10;&#10;AI-generated content may be incorrect.">
            <a:extLst>
              <a:ext uri="{FF2B5EF4-FFF2-40B4-BE49-F238E27FC236}">
                <a16:creationId xmlns:a16="http://schemas.microsoft.com/office/drawing/2014/main" id="{43C878D7-08BB-48AA-8399-27D9F5478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FFA047E-3C17-4D69-910D-5E3F1400BC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1772" y="1372135"/>
            <a:ext cx="6419290" cy="2550476"/>
          </a:xfrm>
        </p:spPr>
        <p:txBody>
          <a:bodyPr anchor="b">
            <a:normAutofit/>
          </a:bodyPr>
          <a:lstStyle>
            <a:lvl1pPr algn="l"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IN" dirty="0"/>
              <a:t>presentation title goes here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9C6168A-6C3E-4517-9B1F-E59AB2F687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772" y="4153218"/>
            <a:ext cx="5927725" cy="1332511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Add your text here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DADFCF-6D75-4209-8948-1EE8F141B4F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75" y="273618"/>
            <a:ext cx="1896020" cy="841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84EB15-CFE5-4567-B9C2-55E18E76FB0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7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F2DAF03-BF48-4926-8344-41B3E7B4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218894" cy="68878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474662"/>
            <a:ext cx="9686925" cy="70961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452282"/>
            <a:ext cx="11412538" cy="4208744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7687469" y="60182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C7791A-162E-4D65-89D9-9FB2BBD763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637" y="408807"/>
            <a:ext cx="1896020" cy="841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2F82C0-EEB3-43F1-A124-6ACCBF2AC4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5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E2BA173-CEE1-4B1B-8D5A-9B8547D5F14D}"/>
              </a:ext>
            </a:extLst>
          </p:cNvPr>
          <p:cNvSpPr/>
          <p:nvPr/>
        </p:nvSpPr>
        <p:spPr>
          <a:xfrm>
            <a:off x="1" y="-629"/>
            <a:ext cx="12196630" cy="685925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474662"/>
            <a:ext cx="9712325" cy="709612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452282"/>
            <a:ext cx="11412538" cy="4208744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7687469" y="601821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8B7CCE-D4F2-4271-A579-EF0D1650C1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300" y="421507"/>
            <a:ext cx="1896020" cy="84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1D3B8D-A2B8-45FB-9454-EFDB79C901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46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&amp; Table " preserve="1">
  <p:cSld name="1_Title &amp; Table 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BF5811-E5E4-4004-B532-D1FD86B51D80}"/>
              </a:ext>
            </a:extLst>
          </p:cNvPr>
          <p:cNvGrpSpPr/>
          <p:nvPr/>
        </p:nvGrpSpPr>
        <p:grpSpPr>
          <a:xfrm>
            <a:off x="5039" y="-1258"/>
            <a:ext cx="12186961" cy="6859258"/>
            <a:chOff x="-3778" y="-629"/>
            <a:chExt cx="12186961" cy="6859258"/>
          </a:xfrm>
        </p:grpSpPr>
        <p:pic>
          <p:nvPicPr>
            <p:cNvPr id="7" name="Picture 6" descr="A yellow text with a white line going up&#10;&#10;AI-generated content may be incorrect.">
              <a:extLst>
                <a:ext uri="{FF2B5EF4-FFF2-40B4-BE49-F238E27FC236}">
                  <a16:creationId xmlns:a16="http://schemas.microsoft.com/office/drawing/2014/main" id="{7C154A98-0121-4C60-9A07-D982A6023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5483" y="165579"/>
              <a:ext cx="1723731" cy="820702"/>
            </a:xfrm>
            <a:prstGeom prst="rect">
              <a:avLst/>
            </a:prstGeom>
          </p:spPr>
        </p:pic>
        <p:pic>
          <p:nvPicPr>
            <p:cNvPr id="8" name="Picture 7" descr="A white and yellow text on a black background&#10;&#10;AI-generated content may be incorrect.">
              <a:extLst>
                <a:ext uri="{FF2B5EF4-FFF2-40B4-BE49-F238E27FC236}">
                  <a16:creationId xmlns:a16="http://schemas.microsoft.com/office/drawing/2014/main" id="{F66B88FA-2816-46AC-B67C-F014DD784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69" t="20620" r="21094" b="19476"/>
            <a:stretch>
              <a:fillRect/>
            </a:stretch>
          </p:blipFill>
          <p:spPr>
            <a:xfrm>
              <a:off x="10489741" y="163317"/>
              <a:ext cx="1590841" cy="94647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893497A-40DC-4194-89C1-13404B60D114}"/>
                </a:ext>
              </a:extLst>
            </p:cNvPr>
            <p:cNvSpPr/>
            <p:nvPr/>
          </p:nvSpPr>
          <p:spPr>
            <a:xfrm>
              <a:off x="-3778" y="-629"/>
              <a:ext cx="12186961" cy="685925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371475" y="1020593"/>
            <a:ext cx="11412539" cy="70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083B6D5-0065-41B3-890A-C4F83CC04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2296"/>
            <a:ext cx="11412538" cy="3818729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AEED1B26-211B-4576-B3B4-CB5F1296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59438" y="6018213"/>
            <a:ext cx="8731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B1ED15-A46E-4C1E-83DD-7183355865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868E9C-3097-42EF-AF17-B0D5E0677BB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46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&amp; Table " preserve="1">
  <p:cSld name="2_Title &amp; Table 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59FC5D9-6A39-4564-BCF7-3B1101076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7841"/>
          </a:xfrm>
          <a:prstGeom prst="rect">
            <a:avLst/>
          </a:prstGeom>
        </p:spPr>
      </p:pic>
      <p:sp>
        <p:nvSpPr>
          <p:cNvPr id="345" name="Google Shape;345;p48"/>
          <p:cNvSpPr txBox="1">
            <a:spLocks noGrp="1"/>
          </p:cNvSpPr>
          <p:nvPr>
            <p:ph type="title"/>
          </p:nvPr>
        </p:nvSpPr>
        <p:spPr>
          <a:xfrm>
            <a:off x="371475" y="1020593"/>
            <a:ext cx="11412539" cy="70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8"/>
          <p:cNvSpPr txBox="1">
            <a:spLocks noGrp="1"/>
          </p:cNvSpPr>
          <p:nvPr>
            <p:ph type="sldNum" idx="12"/>
          </p:nvPr>
        </p:nvSpPr>
        <p:spPr>
          <a:xfrm>
            <a:off x="5658966" y="6018227"/>
            <a:ext cx="8740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3C896A-1AF8-4999-B1D1-1A0E8B574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843556"/>
            <a:ext cx="11412538" cy="3817469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bg1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bg1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bg1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21DB6C-E8B0-40F8-A35B-E6B3CD29E3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B6389F-A361-43BB-8249-88F102AD92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4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4283577-2908-411E-A039-F77CD91CA6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7738" y="1658374"/>
            <a:ext cx="10296525" cy="2715898"/>
          </a:xfrm>
        </p:spPr>
        <p:txBody>
          <a:bodyPr anchor="ctr">
            <a:noAutofit/>
          </a:bodyPr>
          <a:lstStyle>
            <a:lvl1pPr algn="ctr">
              <a:defRPr sz="8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IN"/>
              <a:t>thank you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A3A6C44-1E60-4AA0-944F-C492A60E43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71475" y="6018226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238215-5C65-48C8-9961-9D720CA1C7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658966" y="6018226"/>
            <a:ext cx="8740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3" name="flSlideMaster.1_Thank You Footer" descr="C2 – Vodafone Idea Internal"/>
          <p:cNvSpPr txBox="1"/>
          <p:nvPr/>
        </p:nvSpPr>
        <p:spPr>
          <a:xfrm>
            <a:off x="0" y="6515100"/>
            <a:ext cx="12192000" cy="246221"/>
          </a:xfrm>
          <a:prstGeom prst="rect">
            <a:avLst/>
          </a:prstGeom>
          <a:solidFill>
            <a:srgbClr val="FFFFFF"/>
          </a:solidFill>
        </p:spPr>
        <p:txBody>
          <a:bodyPr vert="horz" rtlCol="0">
            <a:spAutoFit/>
          </a:bodyPr>
          <a:lstStyle/>
          <a:p>
            <a:pPr algn="l"/>
            <a:r>
              <a:rPr lang="en-US" sz="1000" b="0" i="0" u="none" baseline="0">
                <a:solidFill>
                  <a:srgbClr val="666666"/>
                </a:solidFill>
                <a:latin typeface="vodafone rg" panose="020B0606080202020204"/>
              </a:rPr>
              <a:t>C2 – Vodafone Idea Internal</a:t>
            </a:r>
          </a:p>
        </p:txBody>
      </p:sp>
      <p:pic>
        <p:nvPicPr>
          <p:cNvPr id="8" name="Picture 7" descr="A colorful lines on a purple background&#10;&#10;AI-generated content may be incorrect.">
            <a:extLst>
              <a:ext uri="{FF2B5EF4-FFF2-40B4-BE49-F238E27FC236}">
                <a16:creationId xmlns:a16="http://schemas.microsoft.com/office/drawing/2014/main" id="{107A328B-4F92-4D8B-A30F-2CC8C4514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B1702132-EDA1-468F-8F8F-899906CD9994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71475" y="1372271"/>
            <a:ext cx="6419290" cy="2550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accent1"/>
                </a:solidFill>
                <a:latin typeface="Vi Heavy"/>
              </a:defRPr>
            </a:lvl9pPr>
          </a:lstStyle>
          <a:p>
            <a:r>
              <a:rPr lang="en-IN" dirty="0"/>
              <a:t>thank you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E1DE6F-0B59-41B7-A819-31CE261D7D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265475"/>
            <a:ext cx="1896020" cy="84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D69F8F-1879-44BE-8528-2A43E8AA63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00" y="6018213"/>
            <a:ext cx="1947039" cy="3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44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277414"/>
            <a:ext cx="9674225" cy="70961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204542"/>
            <a:ext cx="11412538" cy="4456484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tx2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tx2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tx2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tx2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680A2E-B9DA-45C9-B3EB-7D67D3C79B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6DD9F7-E9FD-40A0-A114-656619327E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95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Only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379413"/>
            <a:ext cx="9483725" cy="70961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371475" y="1196975"/>
            <a:ext cx="11412538" cy="365125"/>
          </a:xfrm>
        </p:spPr>
        <p:txBody>
          <a:bodyPr anchor="ctr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6439C9-762B-420C-AAC1-863243ECFD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98E4F3-9E49-43F3-B905-95FB6432E5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789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4"/>
          <p:cNvSpPr/>
          <p:nvPr/>
        </p:nvSpPr>
        <p:spPr>
          <a:xfrm>
            <a:off x="371475" y="1376363"/>
            <a:ext cx="3286125" cy="781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19" name="Rectangle 6"/>
          <p:cNvSpPr/>
          <p:nvPr/>
        </p:nvSpPr>
        <p:spPr>
          <a:xfrm>
            <a:off x="371475" y="2252663"/>
            <a:ext cx="3286125" cy="781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21" name="Rectangle 7"/>
          <p:cNvSpPr/>
          <p:nvPr/>
        </p:nvSpPr>
        <p:spPr>
          <a:xfrm>
            <a:off x="371475" y="3127375"/>
            <a:ext cx="3286125" cy="7826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23" name="Rectangle 8"/>
          <p:cNvSpPr/>
          <p:nvPr/>
        </p:nvSpPr>
        <p:spPr>
          <a:xfrm>
            <a:off x="371475" y="4003675"/>
            <a:ext cx="3286125" cy="7810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/>
          </a:p>
        </p:txBody>
      </p:sp>
      <p:sp>
        <p:nvSpPr>
          <p:cNvPr id="25" name="Rectangle 9"/>
          <p:cNvSpPr/>
          <p:nvPr/>
        </p:nvSpPr>
        <p:spPr>
          <a:xfrm>
            <a:off x="371475" y="4879975"/>
            <a:ext cx="3286125" cy="7810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b="1">
              <a:solidFill>
                <a:schemeClr val="bg1"/>
              </a:solidFill>
            </a:endParaRPr>
          </a:p>
        </p:txBody>
      </p:sp>
      <p:sp>
        <p:nvSpPr>
          <p:cNvPr id="27" name="Rectangle 17"/>
          <p:cNvSpPr/>
          <p:nvPr/>
        </p:nvSpPr>
        <p:spPr>
          <a:xfrm>
            <a:off x="3763963" y="1376363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9" name="Rectangle 20"/>
          <p:cNvSpPr/>
          <p:nvPr/>
        </p:nvSpPr>
        <p:spPr>
          <a:xfrm>
            <a:off x="3763963" y="2252663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0" name="Rectangle 22"/>
          <p:cNvSpPr/>
          <p:nvPr/>
        </p:nvSpPr>
        <p:spPr>
          <a:xfrm>
            <a:off x="3763963" y="3130550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1" name="Rectangle 24"/>
          <p:cNvSpPr/>
          <p:nvPr/>
        </p:nvSpPr>
        <p:spPr>
          <a:xfrm>
            <a:off x="3763963" y="4003675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32" name="Rectangle 26"/>
          <p:cNvSpPr/>
          <p:nvPr/>
        </p:nvSpPr>
        <p:spPr>
          <a:xfrm>
            <a:off x="3763963" y="4879975"/>
            <a:ext cx="8020050" cy="7810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68313" y="1445428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468313" y="2322045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468313" y="3195872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468313" y="4072489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/>
          </p:nvPr>
        </p:nvSpPr>
        <p:spPr>
          <a:xfrm>
            <a:off x="468313" y="4949504"/>
            <a:ext cx="3019425" cy="643254"/>
          </a:xfrm>
        </p:spPr>
        <p:txBody>
          <a:bodyPr anchor="ctr">
            <a:norm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7"/>
          </p:nvPr>
        </p:nvSpPr>
        <p:spPr>
          <a:xfrm>
            <a:off x="3917950" y="1445429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18"/>
          </p:nvPr>
        </p:nvSpPr>
        <p:spPr>
          <a:xfrm>
            <a:off x="3917950" y="2321249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19"/>
          </p:nvPr>
        </p:nvSpPr>
        <p:spPr>
          <a:xfrm>
            <a:off x="3917950" y="3199738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0"/>
          </p:nvPr>
        </p:nvSpPr>
        <p:spPr>
          <a:xfrm>
            <a:off x="3917950" y="4072888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3917950" y="4948708"/>
            <a:ext cx="7737475" cy="643254"/>
          </a:xfrm>
        </p:spPr>
        <p:txBody>
          <a:bodyPr anchor="ctr"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100"/>
            </a:lvl2pPr>
            <a:lvl3pPr marL="914400" indent="0">
              <a:buNone/>
              <a:defRPr sz="105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4" name="Slide Number Placeholder 3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67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3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ayout 2x1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3838" y="1638300"/>
            <a:ext cx="5331692" cy="3959225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buSzPct val="80000"/>
              <a:defRPr sz="2000">
                <a:solidFill>
                  <a:schemeClr val="tx2"/>
                </a:solidFill>
              </a:defRPr>
            </a:lvl1pPr>
            <a:lvl2pPr>
              <a:buClr>
                <a:schemeClr val="accent1"/>
              </a:buClr>
              <a:buSzPct val="80000"/>
              <a:defRPr sz="1800">
                <a:solidFill>
                  <a:schemeClr val="tx2"/>
                </a:solidFill>
              </a:defRPr>
            </a:lvl2pPr>
            <a:lvl3pPr>
              <a:buClr>
                <a:schemeClr val="accent1"/>
              </a:buClr>
              <a:buSzPct val="80000"/>
              <a:defRPr sz="1600">
                <a:solidFill>
                  <a:schemeClr val="tx2"/>
                </a:solidFill>
              </a:defRPr>
            </a:lvl3pPr>
            <a:lvl4pPr>
              <a:buClr>
                <a:schemeClr val="accent1"/>
              </a:buClr>
              <a:buSzPct val="80000"/>
              <a:defRPr sz="1050">
                <a:solidFill>
                  <a:schemeClr val="tx2"/>
                </a:solidFill>
              </a:defRPr>
            </a:lvl4pPr>
            <a:lvl5pPr>
              <a:buClr>
                <a:schemeClr val="accent1"/>
              </a:buClr>
              <a:buSzPct val="80000"/>
              <a:defRPr sz="9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452413" y="1647341"/>
            <a:ext cx="5331600" cy="3950184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20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18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16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  <a:defRPr lang="en-IN" sz="11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A76FEF-B604-4F56-B048-70FD0B7E2822}"/>
              </a:ext>
            </a:extLst>
          </p:cNvPr>
          <p:cNvSpPr/>
          <p:nvPr/>
        </p:nvSpPr>
        <p:spPr>
          <a:xfrm>
            <a:off x="371475" y="1376363"/>
            <a:ext cx="5331692" cy="19843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81E5B-1B61-45BA-A5BA-711D083D4C6F}"/>
              </a:ext>
            </a:extLst>
          </p:cNvPr>
          <p:cNvSpPr/>
          <p:nvPr/>
        </p:nvSpPr>
        <p:spPr>
          <a:xfrm>
            <a:off x="6452413" y="1376363"/>
            <a:ext cx="5331692" cy="19843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E56F0C-C89C-4A44-8828-6372065D6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C6EB3B-6202-4FD6-A094-95E88B2BAD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19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3433" y="1078255"/>
            <a:ext cx="11412538" cy="70961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Title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949824"/>
            <a:ext cx="11412538" cy="3711202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100000"/>
              <a:defRPr sz="2000">
                <a:solidFill>
                  <a:schemeClr val="tx2"/>
                </a:solidFill>
              </a:defRPr>
            </a:lvl1pPr>
            <a:lvl2pPr>
              <a:spcBef>
                <a:spcPts val="600"/>
              </a:spcBef>
              <a:buClr>
                <a:schemeClr val="accent1"/>
              </a:buClr>
              <a:buSzPct val="100000"/>
              <a:defRPr sz="1800">
                <a:solidFill>
                  <a:schemeClr val="tx2"/>
                </a:solidFill>
              </a:defRPr>
            </a:lvl2pPr>
            <a:lvl3pPr>
              <a:spcBef>
                <a:spcPts val="600"/>
              </a:spcBef>
              <a:buClr>
                <a:schemeClr val="accent1"/>
              </a:buClr>
              <a:buSzPct val="100000"/>
              <a:defRPr sz="1600">
                <a:solidFill>
                  <a:schemeClr val="tx2"/>
                </a:solidFill>
              </a:defRPr>
            </a:lvl3pPr>
            <a:lvl4pPr>
              <a:spcBef>
                <a:spcPts val="600"/>
              </a:spcBef>
              <a:buClr>
                <a:schemeClr val="accent1"/>
              </a:buClr>
              <a:buSzPct val="100000"/>
              <a:defRPr sz="1100">
                <a:solidFill>
                  <a:schemeClr val="tx2"/>
                </a:solidFill>
              </a:defRPr>
            </a:lvl4pPr>
            <a:lvl5pPr>
              <a:spcBef>
                <a:spcPts val="600"/>
              </a:spcBef>
              <a:buClr>
                <a:schemeClr val="accent1"/>
              </a:buClr>
              <a:buSzPct val="100000"/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C51DB8-7212-4A32-908C-4815CFCC3A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D25694-123C-45E4-AD6B-E7503CEE65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" y="6018213"/>
            <a:ext cx="1932839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18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609DEC6-C1ED-4510-9E8A-710ABCE50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59438" y="6018213"/>
            <a:ext cx="873125" cy="365125"/>
          </a:xfrm>
        </p:spPr>
        <p:txBody>
          <a:bodyPr/>
          <a:lstStyle/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9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371475" y="379413"/>
            <a:ext cx="9585325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  <a:endParaRPr lang="en-IN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71475" y="1376363"/>
            <a:ext cx="11412538" cy="428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59438" y="6018213"/>
            <a:ext cx="87312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chemeClr val="tx2"/>
                </a:solidFill>
                <a:latin typeface="Vi" panose="00000500000000000000" pitchFamily="50" charset="0"/>
              </a:defRPr>
            </a:lvl1pPr>
          </a:lstStyle>
          <a:p>
            <a:fld id="{625411FA-787A-40D3-9FA5-170D66D8B014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562697-C9E8-4A34-AFB8-2E91755B02F4}"/>
              </a:ext>
            </a:extLst>
          </p:cNvPr>
          <p:cNvSpPr/>
          <p:nvPr userDrawn="1"/>
        </p:nvSpPr>
        <p:spPr>
          <a:xfrm>
            <a:off x="10972800" y="5794037"/>
            <a:ext cx="1026409" cy="843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89DD9A-2CE9-4B0E-975F-FA320D069B8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4790" y="273898"/>
            <a:ext cx="1896020" cy="8413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B213C5-F508-478D-B43E-B164066AA54A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51" y="6034901"/>
            <a:ext cx="1917700" cy="3622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F891E2-5A05-5C4F-B288-E522A353310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348288" y="63500"/>
            <a:ext cx="1520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Vodafone Idea Confidential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57684-A429-D897-06F3-5A7AB41E671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5672138" y="33528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197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39" r:id="rId3"/>
    <p:sldLayoutId id="2147483814" r:id="rId4"/>
    <p:sldLayoutId id="2147483770" r:id="rId5"/>
    <p:sldLayoutId id="2147483815" r:id="rId6"/>
    <p:sldLayoutId id="2147483812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13" r:id="rId13"/>
    <p:sldLayoutId id="2147483821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Vi Heavy"/>
        </a:defRPr>
      </a:lvl9pPr>
    </p:titleStyle>
    <p:bodyStyle>
      <a:lvl1pPr marL="228600" indent="-22860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SzPct val="100000"/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120000"/>
        </a:lnSpc>
        <a:spcBef>
          <a:spcPts val="600"/>
        </a:spcBef>
        <a:spcAft>
          <a:spcPct val="0"/>
        </a:spcAft>
        <a:buClr>
          <a:schemeClr val="tx2"/>
        </a:buClr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29BD-B563-497F-A7EC-0A7D317597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C72E4-9798-4655-996B-5423B9FC87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9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934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174B-D44F-47CF-A75D-DC468159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25DD0-43BF-4956-B43D-C30982BFF5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893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015B-A1E3-40BC-8E0A-15616DB89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DD47B-F6F0-4697-BDC2-1997B0F7C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5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1944A-B212-4D54-8503-320710613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FECF-D35A-4FD5-BDDA-511ADC30A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1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C669-8407-4C53-92EC-AF016F75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12139-3C0B-4B63-A2EE-194D7913B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15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2440-445F-4453-878B-726B5D01B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A1425-2473-4970-BACC-57F5656CF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185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E6216-985B-491D-8E1B-29E611B08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772" y="1777285"/>
            <a:ext cx="6419290" cy="17516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14EBD-9ACA-4F18-BED8-0E2D5E3A508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1772" y="3759518"/>
            <a:ext cx="5927725" cy="133251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7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5EF5-6950-44D2-9AF7-22FC6252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EC610-89A3-43A8-97AD-6B75F660E6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97CC3-5338-4E3D-BC4D-4DF55547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4427E-DDB8-4B4A-970C-5829C5D736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F7768-1D09-4D4B-B175-05C0AC3A48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0B037-AA6C-4152-8363-3D92ABA747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5502D8A-19EE-448A-AF1B-7B09660662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87CF72-EBE1-4EFC-9434-249EE69DCC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1AB989-752C-4191-A746-06FC42AAD9A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A6F58D-6134-4295-95DC-44799489B3C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3AF3A4-C44F-497C-A12D-C5235B348A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E763F5-7311-465B-B92F-D183CAB8C75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B2E1610-E50E-4576-AD50-9DCC6B2399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88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221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5126A-B394-481E-89A4-A9050FBA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D3D83-697C-4414-B7DC-0B39C3BA58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9A791-6912-46C0-8EA6-D49AC2B945D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93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88B5-740C-486D-A0A7-40BC5770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FE082-B872-40EA-BF43-5BAC1AE7F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19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B21AD-1CC8-434C-A7C6-FD9D52B01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77414"/>
            <a:ext cx="9674225" cy="70961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5998-74F1-4A09-8B52-6A4AABBA307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71475" y="1204542"/>
            <a:ext cx="11412538" cy="4456484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40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6585182"/>
      </p:ext>
    </p:extLst>
  </p:cSld>
  <p:clrMapOvr>
    <a:masterClrMapping/>
  </p:clrMapOvr>
</p:sld>
</file>

<file path=ppt/theme/theme1.xml><?xml version="1.0" encoding="utf-8"?>
<a:theme xmlns:a="http://schemas.openxmlformats.org/drawingml/2006/main" name="1_Vi_Business_Internal">
  <a:themeElements>
    <a:clrScheme name="Vodafone Idea">
      <a:dk1>
        <a:srgbClr val="2F3043"/>
      </a:dk1>
      <a:lt1>
        <a:srgbClr val="FFFFFF"/>
      </a:lt1>
      <a:dk2>
        <a:srgbClr val="2F3043"/>
      </a:dk2>
      <a:lt2>
        <a:srgbClr val="E7E6E6"/>
      </a:lt2>
      <a:accent1>
        <a:srgbClr val="EE2737"/>
      </a:accent1>
      <a:accent2>
        <a:srgbClr val="FFC600"/>
      </a:accent2>
      <a:accent3>
        <a:srgbClr val="5F004B"/>
      </a:accent3>
      <a:accent4>
        <a:srgbClr val="FF8E75"/>
      </a:accent4>
      <a:accent5>
        <a:srgbClr val="CADEF8"/>
      </a:accent5>
      <a:accent6>
        <a:srgbClr val="F9E9D0"/>
      </a:accent6>
      <a:hlink>
        <a:srgbClr val="EE2737"/>
      </a:hlink>
      <a:folHlink>
        <a:srgbClr val="FFC600"/>
      </a:folHlink>
    </a:clrScheme>
    <a:fontScheme name="Vodafone Idea">
      <a:majorFont>
        <a:latin typeface="Vi Heavy"/>
        <a:ea typeface=""/>
        <a:cs typeface=""/>
      </a:majorFont>
      <a:minorFont>
        <a:latin typeface="V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Vi_Business_Internal" id="{398704A5-5CA6-46E2-919E-95CAA81E6807}" vid="{ACA78E08-D318-4A3A-B2E4-804830ADB76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0D3C2A3672EC42AA12DF3BB1C40957" ma:contentTypeVersion="12" ma:contentTypeDescription="Create a new document." ma:contentTypeScope="" ma:versionID="272595874380e673bb435ef3c056057e">
  <xsd:schema xmlns:xsd="http://www.w3.org/2001/XMLSchema" xmlns:xs="http://www.w3.org/2001/XMLSchema" xmlns:p="http://schemas.microsoft.com/office/2006/metadata/properties" xmlns:ns3="455b43d5-a2ed-4153-8af3-2d791a2612f0" xmlns:ns4="ade549c7-991f-4915-a311-fdd39814964e" targetNamespace="http://schemas.microsoft.com/office/2006/metadata/properties" ma:root="true" ma:fieldsID="14116c70e0e4e22baedf4dd87c8e6f5b" ns3:_="" ns4:_="">
    <xsd:import namespace="455b43d5-a2ed-4153-8af3-2d791a2612f0"/>
    <xsd:import namespace="ade549c7-991f-4915-a311-fdd39814964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4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b43d5-a2ed-4153-8af3-2d791a2612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e549c7-991f-4915-a311-fdd39814964e" elementFormDefault="qualified">
    <xsd:import namespace="http://schemas.microsoft.com/office/2006/documentManagement/types"/>
    <xsd:import namespace="http://schemas.microsoft.com/office/infopath/2007/PartnerControls"/>
    <xsd:element name="MigrationSourceID" ma:index="9" nillable="true" ma:displayName="MigrationSourceID" ma:internalName="MigrationSourceID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55b43d5-a2ed-4153-8af3-2d791a2612f0" xsi:nil="true"/>
  </documentManagement>
</p:properties>
</file>

<file path=customXml/itemProps1.xml><?xml version="1.0" encoding="utf-8"?>
<ds:datastoreItem xmlns:ds="http://schemas.openxmlformats.org/officeDocument/2006/customXml" ds:itemID="{A810FD4F-66A8-4077-9F16-0D6298B8BA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5b43d5-a2ed-4153-8af3-2d791a2612f0"/>
    <ds:schemaRef ds:uri="ade549c7-991f-4915-a311-fdd39814964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2CF883-793A-4B4B-9540-56D7DCDB41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1DA2B3-A4DE-4683-8D9B-19F9275ED802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ade549c7-991f-4915-a311-fdd39814964e"/>
    <ds:schemaRef ds:uri="http://purl.org/dc/elements/1.1/"/>
    <ds:schemaRef ds:uri="http://purl.org/dc/terms/"/>
    <ds:schemaRef ds:uri="http://schemas.microsoft.com/office/infopath/2007/PartnerControls"/>
    <ds:schemaRef ds:uri="455b43d5-a2ed-4153-8af3-2d791a2612f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Vi_Business_Internal</Template>
  <TotalTime>214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Vi</vt:lpstr>
      <vt:lpstr>Vi Heavy</vt:lpstr>
      <vt:lpstr>vodafone rg</vt:lpstr>
      <vt:lpstr>1_Vi_Business_Internal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Vora, Janki (COR), Vodafone Idea</dc:creator>
  <cp:lastModifiedBy>Chaturvedi, Juhi (COR), Vodafone Idea</cp:lastModifiedBy>
  <cp:revision>13</cp:revision>
  <dcterms:created xsi:type="dcterms:W3CDTF">2025-07-16T05:59:16Z</dcterms:created>
  <dcterms:modified xsi:type="dcterms:W3CDTF">2026-09-02T06:39:22Z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9e096c9-0852-429b-a5eb-0f9cc0593ec3_Enabled">
    <vt:lpwstr>true</vt:lpwstr>
  </property>
  <property fmtid="{D5CDD505-2E9C-101B-9397-08002B2CF9AE}" pid="3" name="MSIP_Label_a9e096c9-0852-429b-a5eb-0f9cc0593ec3_SetDate">
    <vt:lpwstr>2026-09-02T06:38:59Z</vt:lpwstr>
  </property>
  <property fmtid="{D5CDD505-2E9C-101B-9397-08002B2CF9AE}" pid="4" name="MSIP_Label_a9e096c9-0852-429b-a5eb-0f9cc0593ec3_Method">
    <vt:lpwstr>Privileged</vt:lpwstr>
  </property>
  <property fmtid="{D5CDD505-2E9C-101B-9397-08002B2CF9AE}" pid="5" name="MSIP_Label_a9e096c9-0852-429b-a5eb-0f9cc0593ec3_Name">
    <vt:lpwstr>C3 - Vodafone Idea Confidential</vt:lpwstr>
  </property>
  <property fmtid="{D5CDD505-2E9C-101B-9397-08002B2CF9AE}" pid="6" name="MSIP_Label_a9e096c9-0852-429b-a5eb-0f9cc0593ec3_SiteId">
    <vt:lpwstr>db1e62d4-45a5-499b-a2da-5e8e2244d24f</vt:lpwstr>
  </property>
  <property fmtid="{D5CDD505-2E9C-101B-9397-08002B2CF9AE}" pid="7" name="MSIP_Label_a9e096c9-0852-429b-a5eb-0f9cc0593ec3_ActionId">
    <vt:lpwstr>f3342c73-7305-4e92-b5e5-78b62426ec69</vt:lpwstr>
  </property>
  <property fmtid="{D5CDD505-2E9C-101B-9397-08002B2CF9AE}" pid="8" name="MSIP_Label_a9e096c9-0852-429b-a5eb-0f9cc0593ec3_ContentBits">
    <vt:lpwstr>5</vt:lpwstr>
  </property>
  <property fmtid="{D5CDD505-2E9C-101B-9397-08002B2CF9AE}" pid="9" name="MSIP_Label_a9e096c9-0852-429b-a5eb-0f9cc0593ec3_Tag">
    <vt:lpwstr>10, 0, 1, 1</vt:lpwstr>
  </property>
  <property fmtid="{D5CDD505-2E9C-101B-9397-08002B2CF9AE}" pid="10" name="ClassificationContentMarkingHeaderLocations">
    <vt:lpwstr>1_Vi_Business_Internal:4</vt:lpwstr>
  </property>
  <property fmtid="{D5CDD505-2E9C-101B-9397-08002B2CF9AE}" pid="11" name="ClassificationContentMarkingHeaderText">
    <vt:lpwstr>Vodafone Idea Confidential</vt:lpwstr>
  </property>
  <property fmtid="{D5CDD505-2E9C-101B-9397-08002B2CF9AE}" pid="12" name="ClassificationWatermarkLocations">
    <vt:lpwstr>1_Vi_Business_Internal:7</vt:lpwstr>
  </property>
  <property fmtid="{D5CDD505-2E9C-101B-9397-08002B2CF9AE}" pid="13" name="ClassificationWatermarkText">
    <vt:lpwstr>CONFIDENTIAL</vt:lpwstr>
  </property>
  <property fmtid="{D5CDD505-2E9C-101B-9397-08002B2CF9AE}" pid="14" name="ContentTypeId">
    <vt:lpwstr>0x010100E80D3C2A3672EC42AA12DF3BB1C40957</vt:lpwstr>
  </property>
</Properties>
</file>